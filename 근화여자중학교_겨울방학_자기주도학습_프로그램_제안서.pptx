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3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0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3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1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8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8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6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1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8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7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1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9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106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51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1790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75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96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3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8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2963" y="5097293"/>
            <a:ext cx="3498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2800" dirty="0" err="1"/>
              <a:t>경주</a:t>
            </a:r>
            <a:r>
              <a:rPr sz="2800" dirty="0"/>
              <a:t> </a:t>
            </a:r>
            <a:r>
              <a:rPr sz="2800" dirty="0" err="1"/>
              <a:t>근화여자중학교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09829" y="2699553"/>
            <a:ext cx="812433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sz="4400" dirty="0" err="1"/>
              <a:t>자기주도학습</a:t>
            </a:r>
            <a:r>
              <a:rPr lang="en-US" sz="4400" dirty="0"/>
              <a:t> </a:t>
            </a:r>
            <a:r>
              <a:rPr lang="en-US" sz="4800" dirty="0"/>
              <a:t>UP!</a:t>
            </a:r>
            <a:r>
              <a:rPr lang="ko-KR" altLang="en-US" sz="4400" dirty="0" err="1"/>
              <a:t>첼린지</a:t>
            </a:r>
            <a:r>
              <a:rPr sz="4400" dirty="0"/>
              <a:t> </a:t>
            </a:r>
            <a:r>
              <a:rPr sz="4400" dirty="0" err="1"/>
              <a:t>제안서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📋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658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🏫 대상: 경주 근화여자중학교 1학년, 2학년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4887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❄️ 기간: 겨울방학 30일 집중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61975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🎯 목표: 자기주도학습 능력 향상 및 학업 성취도 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44855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👩‍🏫 방식: 학교 맞춤형 체계적 학습관리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6009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📊 특징: 개인별 맞춤 지도 및 진도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7420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💻 시스템: 온라인 학습관리 플랫폼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💡 프로그램의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6281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겨울방학 학습 공백 방지 및 학력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76925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자기주도학습 습관 형성의 중요한 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45127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중학교 학습의 기초를 탄탄히 다지기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45127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체계적인 학습관리를 통한 성적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8269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개인별 맞춤 교육으로 학습 효율 극대화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1152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✓ 진로 탐색 및 목표 설정 기회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✨ 근화여중 맞춤형 프로그램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9872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🎯 여학생 특성을 고려한 맞춤형 학습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4775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📚 30일 집중 학습으로 학습 습관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9757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👩‍🏫 1:1 개인별 학습관리 및 피드백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44743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📊 체계적인 진도 관리 및 성취도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38459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💻 온라인 학습관리 시스템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0764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📞 </a:t>
            </a:r>
            <a:r>
              <a:rPr sz="2000" dirty="0" err="1"/>
              <a:t>정기</a:t>
            </a:r>
            <a:r>
              <a:rPr sz="2000" dirty="0"/>
              <a:t> </a:t>
            </a:r>
            <a:r>
              <a:rPr sz="2000" dirty="0" err="1"/>
              <a:t>학습</a:t>
            </a:r>
            <a:r>
              <a:rPr sz="2000" dirty="0"/>
              <a:t> </a:t>
            </a:r>
            <a:r>
              <a:rPr sz="2000" dirty="0" err="1"/>
              <a:t>리포트</a:t>
            </a:r>
            <a:r>
              <a:rPr sz="2000" dirty="0"/>
              <a:t> </a:t>
            </a:r>
            <a:r>
              <a:rPr sz="2000" dirty="0" err="1"/>
              <a:t>제공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5486399"/>
            <a:ext cx="37048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🎓 진로 탐색 및 학습 동기 부여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📚 1학년 프로그램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📖 교과 학습 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국어, 영어, 수학, 사회, 과학 등 주요 교과 집중 학습 및 내신 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✍️ 자기주도학습 훈련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학습 계획 수립, 시간 관리, 효과적인 공부 방법 습득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📝 기초 학력 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취약 과목 보완 및 학습 기초 다지기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📚 2학년 프로그램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📖 교과 심화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주요 교과 심화 학습 및 학습 역량 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🎯 진로 탐색 및 목표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진로 탐색, 명확한 학습 목표 설정, 동기 부여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B1FA2"/>
                </a:solidFill>
              </a:defRPr>
            </a:pPr>
            <a:r>
              <a:t>💪 학습 역량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심화 문제 해결 능력 향상 및 자기주도학습 완성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⚙️ </a:t>
            </a:r>
            <a:r>
              <a:rPr dirty="0" err="1"/>
              <a:t>체계적인</a:t>
            </a:r>
            <a:r>
              <a:rPr dirty="0"/>
              <a:t> </a:t>
            </a:r>
            <a:r>
              <a:rPr lang="en-US" sz="4800" dirty="0" err="1"/>
              <a:t>AI</a:t>
            </a:r>
            <a:r>
              <a:rPr dirty="0" err="1"/>
              <a:t>학습관리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2755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📅 일일 학습 목표 설정 및 진도 체크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7048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✍️ 학습 일지 작성 및 자기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9613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📊 주간 학습 평가 및 성취도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36471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👩‍🏫 개인별 학습 상담 및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4743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📞 </a:t>
            </a:r>
            <a:r>
              <a:rPr sz="2000" dirty="0" err="1"/>
              <a:t>학부모</a:t>
            </a:r>
            <a:r>
              <a:rPr sz="2000" dirty="0"/>
              <a:t> </a:t>
            </a:r>
            <a:r>
              <a:rPr sz="2000" dirty="0" err="1"/>
              <a:t>주간</a:t>
            </a:r>
            <a:r>
              <a:rPr sz="2000" dirty="0"/>
              <a:t> </a:t>
            </a:r>
            <a:r>
              <a:rPr sz="2000" dirty="0" err="1"/>
              <a:t>리포트</a:t>
            </a:r>
            <a:r>
              <a:rPr sz="2000" dirty="0"/>
              <a:t> 및 </a:t>
            </a:r>
            <a:r>
              <a:rPr sz="2000" dirty="0" err="1"/>
              <a:t>정기</a:t>
            </a:r>
            <a:r>
              <a:rPr lang="ko-KR" altLang="en-US" sz="2000" dirty="0"/>
              <a:t> 보고서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41601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💻 온라인 플랫폼을 통한 학습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399"/>
            <a:ext cx="36471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📈 모의고사 및 실력 진단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📋 프로그램 운영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8910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📅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기간</a:t>
            </a:r>
            <a:r>
              <a:rPr sz="2000" dirty="0"/>
              <a:t>: </a:t>
            </a:r>
            <a:r>
              <a:rPr sz="2000" dirty="0" err="1"/>
              <a:t>겨울방학</a:t>
            </a:r>
            <a:r>
              <a:rPr sz="2000" dirty="0"/>
              <a:t> 중 30일 (</a:t>
            </a:r>
            <a:r>
              <a:rPr lang="ko-KR" altLang="en-US" sz="2000" dirty="0"/>
              <a:t>혹은 </a:t>
            </a:r>
            <a:r>
              <a:rPr lang="en-US" altLang="ko-KR" sz="2000" dirty="0"/>
              <a:t>4</a:t>
            </a:r>
            <a:r>
              <a:rPr lang="ko-KR" altLang="en-US" sz="2000" dirty="0"/>
              <a:t>주</a:t>
            </a:r>
            <a:r>
              <a:rPr sz="20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79623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⏰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시간</a:t>
            </a:r>
            <a:r>
              <a:rPr sz="2000" dirty="0"/>
              <a:t>: </a:t>
            </a:r>
            <a:r>
              <a:rPr sz="2000" dirty="0" err="1"/>
              <a:t>평일</a:t>
            </a:r>
            <a:r>
              <a:rPr sz="2000" dirty="0"/>
              <a:t> 09:00 ~ </a:t>
            </a:r>
            <a:r>
              <a:rPr lang="en-US" sz="2000" dirty="0"/>
              <a:t>12</a:t>
            </a:r>
            <a:r>
              <a:rPr sz="2000" dirty="0"/>
              <a:t>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3703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👥 운영 인원: 학년별 소그룹 또는 개인별 맞춤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34596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📍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장소</a:t>
            </a:r>
            <a:r>
              <a:rPr sz="2000" dirty="0"/>
              <a:t>: </a:t>
            </a:r>
            <a:r>
              <a:rPr sz="2000" dirty="0" err="1"/>
              <a:t>학교</a:t>
            </a:r>
            <a:r>
              <a:rPr sz="2000" dirty="0"/>
              <a:t> </a:t>
            </a:r>
            <a:r>
              <a:rPr lang="ko-KR" altLang="en-US" sz="2000" dirty="0"/>
              <a:t>또는 가정</a:t>
            </a:r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60709" y="4282116"/>
            <a:ext cx="58272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📚 </a:t>
            </a:r>
            <a:r>
              <a:rPr sz="2000" dirty="0" err="1"/>
              <a:t>교재</a:t>
            </a:r>
            <a:r>
              <a:rPr sz="2000" dirty="0"/>
              <a:t> 및 </a:t>
            </a:r>
            <a:r>
              <a:rPr sz="2000" dirty="0" err="1"/>
              <a:t>자료</a:t>
            </a:r>
            <a:r>
              <a:rPr sz="2000" dirty="0"/>
              <a:t>: </a:t>
            </a:r>
            <a:r>
              <a:rPr sz="2000" dirty="0" err="1"/>
              <a:t>학교</a:t>
            </a:r>
            <a:r>
              <a:rPr sz="2000" dirty="0"/>
              <a:t> </a:t>
            </a:r>
            <a:r>
              <a:rPr sz="2000" dirty="0" err="1"/>
              <a:t>교과서</a:t>
            </a:r>
            <a:r>
              <a:rPr sz="2000" dirty="0"/>
              <a:t> + </a:t>
            </a:r>
            <a:r>
              <a:rPr lang="en-US" sz="2000" dirty="0" err="1"/>
              <a:t>AI</a:t>
            </a:r>
            <a:r>
              <a:rPr sz="2000" dirty="0" err="1"/>
              <a:t>맞춤형</a:t>
            </a:r>
            <a:r>
              <a:rPr sz="2000" dirty="0"/>
              <a:t> </a:t>
            </a:r>
            <a:r>
              <a:rPr sz="2000" dirty="0" err="1"/>
              <a:t>학습</a:t>
            </a:r>
            <a:r>
              <a:rPr sz="2000" dirty="0"/>
              <a:t> </a:t>
            </a:r>
            <a:r>
              <a:rPr sz="2000" dirty="0" err="1"/>
              <a:t>자료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60709" y="5009171"/>
            <a:ext cx="34018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💻 </a:t>
            </a:r>
            <a:r>
              <a:rPr sz="2000" dirty="0" err="1"/>
              <a:t>온라인</a:t>
            </a:r>
            <a:r>
              <a:rPr sz="2000" dirty="0"/>
              <a:t> </a:t>
            </a:r>
            <a:r>
              <a:rPr sz="2000" dirty="0" err="1"/>
              <a:t>지원</a:t>
            </a:r>
            <a:r>
              <a:rPr sz="2000" dirty="0"/>
              <a:t>: </a:t>
            </a:r>
            <a:r>
              <a:rPr sz="2000" dirty="0" err="1"/>
              <a:t>학습관리</a:t>
            </a:r>
            <a:r>
              <a:rPr sz="2000" dirty="0"/>
              <a:t> </a:t>
            </a:r>
            <a:r>
              <a:rPr lang="ko-KR" altLang="en-US" sz="2000" dirty="0"/>
              <a:t>웹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✨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752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🌟 </a:t>
            </a:r>
            <a:r>
              <a:rPr sz="2000" dirty="0" err="1"/>
              <a:t>자기주도학습</a:t>
            </a:r>
            <a:r>
              <a:rPr sz="2000" dirty="0"/>
              <a:t> </a:t>
            </a:r>
            <a:r>
              <a:rPr sz="2000" dirty="0" err="1"/>
              <a:t>습관</a:t>
            </a:r>
            <a:r>
              <a:rPr sz="2000" dirty="0"/>
              <a:t> </a:t>
            </a:r>
            <a:r>
              <a:rPr lang="ko-KR" altLang="en-US" sz="2000" dirty="0"/>
              <a:t>형</a:t>
            </a:r>
            <a:r>
              <a:rPr sz="2000" dirty="0"/>
              <a:t>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9036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📈 </a:t>
            </a:r>
            <a:r>
              <a:rPr sz="2000" dirty="0" err="1"/>
              <a:t>학업</a:t>
            </a:r>
            <a:r>
              <a:rPr sz="2000" dirty="0"/>
              <a:t> </a:t>
            </a:r>
            <a:r>
              <a:rPr sz="2000" dirty="0" err="1"/>
              <a:t>성취도</a:t>
            </a:r>
            <a:r>
              <a:rPr sz="2000" dirty="0"/>
              <a:t> 및 </a:t>
            </a:r>
            <a:r>
              <a:rPr lang="ko-KR" altLang="en-US" sz="2000" dirty="0"/>
              <a:t>학습태도</a:t>
            </a:r>
            <a:r>
              <a:rPr sz="2000" dirty="0"/>
              <a:t> </a:t>
            </a:r>
            <a:r>
              <a:rPr sz="2000" dirty="0" err="1"/>
              <a:t>향상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3906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💪 학습 자신감 및 동기 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54168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🎯  </a:t>
            </a:r>
            <a:r>
              <a:rPr lang="ko-KR" altLang="en-US" sz="2000" dirty="0" err="1"/>
              <a:t>새학년</a:t>
            </a:r>
            <a:r>
              <a:rPr lang="ko-KR" altLang="en-US" sz="2000" dirty="0"/>
              <a:t> </a:t>
            </a:r>
            <a:r>
              <a:rPr sz="2000" dirty="0" err="1"/>
              <a:t>학습</a:t>
            </a:r>
            <a:r>
              <a:rPr sz="2000" dirty="0"/>
              <a:t> </a:t>
            </a:r>
            <a:r>
              <a:rPr sz="2000" dirty="0" err="1"/>
              <a:t>목표</a:t>
            </a:r>
            <a:r>
              <a:rPr sz="2000" dirty="0"/>
              <a:t> 및 </a:t>
            </a:r>
            <a:r>
              <a:rPr sz="2000" dirty="0" err="1"/>
              <a:t>진로</a:t>
            </a:r>
            <a:r>
              <a:rPr sz="2000" dirty="0"/>
              <a:t> </a:t>
            </a:r>
            <a:r>
              <a:rPr sz="2000" dirty="0" err="1"/>
              <a:t>방향</a:t>
            </a:r>
            <a:r>
              <a:rPr sz="2000" dirty="0"/>
              <a:t> </a:t>
            </a:r>
            <a:r>
              <a:rPr sz="2000" dirty="0" err="1"/>
              <a:t>설정</a:t>
            </a:r>
            <a:r>
              <a:rPr lang="ko-KR" altLang="en-US" sz="2000" dirty="0"/>
              <a:t>에 도움</a:t>
            </a:r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39036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📚 </a:t>
            </a:r>
            <a:r>
              <a:rPr lang="ko-KR" altLang="en-US" sz="2000" dirty="0"/>
              <a:t>학년별</a:t>
            </a:r>
            <a:r>
              <a:rPr sz="2000" dirty="0"/>
              <a:t> </a:t>
            </a:r>
            <a:r>
              <a:rPr sz="2000" dirty="0" err="1"/>
              <a:t>학업</a:t>
            </a:r>
            <a:r>
              <a:rPr sz="2000" dirty="0"/>
              <a:t> </a:t>
            </a:r>
            <a:r>
              <a:rPr sz="2000" dirty="0" err="1"/>
              <a:t>기초</a:t>
            </a:r>
            <a:r>
              <a:rPr sz="2000" dirty="0"/>
              <a:t> </a:t>
            </a:r>
            <a:r>
              <a:rPr sz="2000" dirty="0" err="1"/>
              <a:t>완벽</a:t>
            </a:r>
            <a:r>
              <a:rPr sz="2000" dirty="0"/>
              <a:t> </a:t>
            </a:r>
            <a:r>
              <a:rPr sz="2000" dirty="0" err="1"/>
              <a:t>다지기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2993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 dirty="0"/>
              <a:t>👩‍👧 </a:t>
            </a:r>
            <a:r>
              <a:rPr sz="2000" dirty="0" err="1"/>
              <a:t>학부모와의</a:t>
            </a:r>
            <a:r>
              <a:rPr sz="2000" dirty="0"/>
              <a:t>  </a:t>
            </a:r>
            <a:r>
              <a:rPr sz="2000" dirty="0" err="1"/>
              <a:t>소통</a:t>
            </a:r>
            <a:r>
              <a:rPr sz="2000" dirty="0"/>
              <a:t> 및 </a:t>
            </a:r>
            <a:r>
              <a:rPr sz="2000" dirty="0" err="1"/>
              <a:t>협력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5486399"/>
            <a:ext cx="46730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sz="2000"/>
              <a:t>✨ 근화여중 학생들의 학업 경쟁력 강화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31722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감사합니다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37402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 err="1"/>
              <a:t>근화여자중학교</a:t>
            </a:r>
            <a:r>
              <a:rPr dirty="0"/>
              <a:t> </a:t>
            </a:r>
            <a:r>
              <a:rPr dirty="0" err="1"/>
              <a:t>학생들의</a:t>
            </a:r>
            <a:r>
              <a:rPr dirty="0"/>
              <a:t> </a:t>
            </a:r>
            <a:r>
              <a:rPr dirty="0" err="1"/>
              <a:t>성장을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만들어가겠습니다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FAAA9-57D8-04B9-E2D8-98ABA46F47D0}"/>
              </a:ext>
            </a:extLst>
          </p:cNvPr>
          <p:cNvSpPr txBox="1"/>
          <p:nvPr/>
        </p:nvSpPr>
        <p:spPr>
          <a:xfrm>
            <a:off x="826851" y="4571039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B1FA2"/>
                </a:solidFill>
              </a:defRPr>
            </a:pPr>
            <a:r>
              <a:rPr sz="1600" dirty="0">
                <a:solidFill>
                  <a:srgbClr val="FFFF00"/>
                </a:solidFill>
              </a:rPr>
              <a:t>📞 </a:t>
            </a:r>
            <a:r>
              <a:rPr sz="1600" dirty="0" err="1">
                <a:solidFill>
                  <a:srgbClr val="FFFF00"/>
                </a:solidFill>
              </a:rPr>
              <a:t>문의</a:t>
            </a:r>
            <a:r>
              <a:rPr sz="1600" dirty="0">
                <a:solidFill>
                  <a:srgbClr val="FFFF00"/>
                </a:solidFill>
              </a:rPr>
              <a:t> 및 </a:t>
            </a:r>
            <a:r>
              <a:rPr sz="1600" dirty="0" err="1">
                <a:solidFill>
                  <a:srgbClr val="FFFF00"/>
                </a:solidFill>
              </a:rPr>
              <a:t>상담</a:t>
            </a:r>
            <a:endParaRPr sz="16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5B3BD-6083-D5AF-BB26-C2C6DAC91635}"/>
              </a:ext>
            </a:extLst>
          </p:cNvPr>
          <p:cNvSpPr txBox="1"/>
          <p:nvPr/>
        </p:nvSpPr>
        <p:spPr>
          <a:xfrm>
            <a:off x="1828800" y="494605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rPr sz="1600" dirty="0"/>
              <a:t>📱 </a:t>
            </a:r>
            <a:r>
              <a:rPr sz="1600" dirty="0" err="1"/>
              <a:t>전화</a:t>
            </a:r>
            <a:r>
              <a:rPr sz="1600" dirty="0"/>
              <a:t>: 010-2657-3481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DCEDC-BD8E-97C3-7E88-491EDA3B0C31}"/>
              </a:ext>
            </a:extLst>
          </p:cNvPr>
          <p:cNvSpPr txBox="1"/>
          <p:nvPr/>
        </p:nvSpPr>
        <p:spPr>
          <a:xfrm>
            <a:off x="1828800" y="540348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rPr sz="1600" dirty="0"/>
              <a:t>👤 </a:t>
            </a:r>
            <a:r>
              <a:rPr sz="1600" dirty="0" err="1"/>
              <a:t>담당자</a:t>
            </a:r>
            <a:r>
              <a:rPr sz="1600" dirty="0"/>
              <a:t>: 정라미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5AE14-6D15-55F7-CC56-382DF0D28837}"/>
              </a:ext>
            </a:extLst>
          </p:cNvPr>
          <p:cNvSpPr txBox="1"/>
          <p:nvPr/>
        </p:nvSpPr>
        <p:spPr>
          <a:xfrm>
            <a:off x="1828800" y="586091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rPr sz="1600"/>
              <a:t>💡 학교 맞춤형 프로그램 운영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C8DBC-62BB-E78A-79D2-48B6B5FF2D4A}"/>
              </a:ext>
            </a:extLst>
          </p:cNvPr>
          <p:cNvSpPr txBox="1"/>
          <p:nvPr/>
        </p:nvSpPr>
        <p:spPr>
          <a:xfrm>
            <a:off x="1828800" y="627239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rPr sz="1600"/>
              <a:t>💡 체계적인 학습관리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TM02900771[[fn=슬라이스]]</Template>
  <TotalTime>16</TotalTime>
  <Words>435</Words>
  <Application>Microsoft Office PowerPoint</Application>
  <PresentationFormat>화면 슬라이드 쇼(4:3)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라미 정</cp:lastModifiedBy>
  <cp:revision>2</cp:revision>
  <dcterms:created xsi:type="dcterms:W3CDTF">2013-01-27T09:14:16Z</dcterms:created>
  <dcterms:modified xsi:type="dcterms:W3CDTF">2025-12-17T22:23:07Z</dcterms:modified>
  <cp:category/>
</cp:coreProperties>
</file>