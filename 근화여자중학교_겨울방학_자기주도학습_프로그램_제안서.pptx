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F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경주 근화여자중학교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1,2학년 겨울방학 자기주도학습 프로그램 제안서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7B1FA2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📋 제안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🏫 대상: 경주 근화여자중학교 1학년, 2학년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❄️ 기간: 겨울방학 30일 집중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🎯 목표: 자기주도학습 능력 향상 및 학업 성취도 제고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5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👩‍🏫 방식: 학교 맞춤형 체계적 학습관리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📊 특징: 개인별 맞춤 지도 및 진도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💻 시스템: 온라인 학습관리 플랫폼 제공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7B1FA2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💡 프로그램의 필요성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✓ 겨울방학 학습 공백 방지 및 학력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✓ 자기주도학습 습관 형성의 중요한 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✓ 중학교 학습의 기초를 탄탄히 다지기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5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✓ 체계적인 학습관리를 통한 성적 향상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✓ 개인별 맞춤 교육으로 학습 효율 극대화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✓ 진로 탐색 및 목표 설정 기회 제공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7B1FA2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✨ 근화여중 맞춤형 프로그램 특징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🎯 여학생 특성을 고려한 맞춤형 학습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📚 30일 집중 학습으로 학습 습관 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👩‍🏫 1:1 개인별 학습관리 및 피드백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5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📊 체계적인 진도 관리 및 성취도 평가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💻 온라인 학습관리 시스템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📞 학부모 상담 및 정기 학습 리포트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39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🎓 진로 탐색 및 학습 동기 부여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7B1FA2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📚 1학년 프로그램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7680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7B1FA2"/>
                </a:solidFill>
              </a:defRPr>
            </a:pPr>
            <a:r>
              <a:t>📖 교과 학습 강화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05050"/>
                </a:solidFill>
              </a:defRPr>
            </a:pPr>
            <a:r>
              <a:t>국어, 영어, 수학, 사회, 과학 등 주요 교과 집중 학습 및 내신 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017520"/>
            <a:ext cx="7680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5467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7B1FA2"/>
                </a:solidFill>
              </a:defRPr>
            </a:pPr>
            <a:r>
              <a:t>✍️ 자기주도학습 훈련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05050"/>
                </a:solidFill>
              </a:defRPr>
            </a:pPr>
            <a:r>
              <a:t>학습 계획 수립, 시간 관리, 효과적인 공부 방법 습득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389120"/>
            <a:ext cx="7680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7B1FA2"/>
                </a:solidFill>
              </a:defRPr>
            </a:pPr>
            <a:r>
              <a:t>📝 기초 학력 완성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59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05050"/>
                </a:solidFill>
              </a:defRPr>
            </a:pPr>
            <a:r>
              <a:t>취약 과목 보완 및 학습 기초 다지기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7B1FA2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📚 2학년 프로그램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7680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7B1FA2"/>
                </a:solidFill>
              </a:defRPr>
            </a:pPr>
            <a:r>
              <a:t>📖 교과 심화 학습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05050"/>
                </a:solidFill>
              </a:defRPr>
            </a:pPr>
            <a:r>
              <a:t>주요 교과 심화 학습 및 학습 역량 강화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017520"/>
            <a:ext cx="7680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5467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7B1FA2"/>
                </a:solidFill>
              </a:defRPr>
            </a:pPr>
            <a:r>
              <a:t>🎯 진로 탐색 및 목표 설정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05050"/>
                </a:solidFill>
              </a:defRPr>
            </a:pPr>
            <a:r>
              <a:t>진로 탐색, 명확한 학습 목표 설정, 동기 부여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389120"/>
            <a:ext cx="7680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7B1FA2"/>
                </a:solidFill>
              </a:defRPr>
            </a:pPr>
            <a:r>
              <a:t>💪 학습 역량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59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05050"/>
                </a:solidFill>
              </a:defRPr>
            </a:pPr>
            <a:r>
              <a:t>심화 문제 해결 능력 향상 및 자기주도학습 완성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7B1FA2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⚙️ 체계적인 학습관리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📅 일일 학습 목표 설정 및 진도 체크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✍️ 학습 일지 작성 및 자기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📊 주간 학습 평가 및 성취도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5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👩‍🏫 개인별 학습 상담 및 피드백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📞 학부모 주간 리포트 및 정기 상담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💻 온라인 플랫폼을 통한 학습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39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📈 모의고사 및 실력 진단 평가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7B1FA2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📋 프로그램 운영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📅 운영 기간: 겨울방학 중 30일 (협의 후 확정)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⏰ 운영 시간: 평일 09:00 ~ 17:00 (점심시간 포함)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👥 운영 인원: 학년별 소그룹 또는 개인별 맞춤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5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📍 운영 장소: 학교 또는 DA.UM 학습센터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📚 교재 및 자료: 학교 교과서 + 맞춤형 학습 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👩‍🏫 지도 교사: 과목별 전문 강사진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39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💻 온라인 지원: 학습관리 앱 및 온라인 상담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7B1FA2"/>
          </a:solidFill>
          <a:ln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✨ 기대 효과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🌟 자기주도학습 습관 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📈 학업 성취도 및 내신 성적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💪 학습 자신감 및 동기 부여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5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🎯 명확한 학습 목표 및 진로 방향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📚 중학교 학업 기초 완벽 다지기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👩‍👧 학부모와의 긴밀한 소통 및 협력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399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33333"/>
                </a:solidFill>
              </a:defRPr>
            </a:pPr>
            <a:r>
              <a:t>✨ 근화여중 학생들의 학업 경쟁력 강화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7B1FA2"/>
                </a:solidFill>
              </a:defRPr>
            </a:pPr>
            <a:r>
              <a:t>📞 문의 및 상담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333333"/>
                </a:solidFill>
              </a:defRPr>
            </a:pPr>
            <a:r>
              <a:t>📱 전화: 010-2657-3481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1546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333333"/>
                </a:solidFill>
              </a:defRPr>
            </a:pPr>
            <a:r>
              <a:t>👤 담당자: 정라미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5661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333333"/>
                </a:solidFill>
              </a:defRPr>
            </a:pPr>
            <a:r>
              <a:t>🏫 제안 대상: 경주 근화여자중학교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77639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333333"/>
                </a:solidFill>
              </a:defRPr>
            </a:pPr>
            <a:r>
              <a:t>📚 프로그램: 1,2학년 겨울방학 자기주도학습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33333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828800" y="4800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333333"/>
                </a:solidFill>
              </a:defRPr>
            </a:pPr>
            <a:r>
              <a:t>💡 학교 맞춤형 프로그램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2120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333333"/>
                </a:solidFill>
              </a:defRPr>
            </a:pPr>
            <a:r>
              <a:t>💡 체계적인 학습관리 시스템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F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근화여자중학교 학생들의 성장을 함께 만들어가겠습니다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