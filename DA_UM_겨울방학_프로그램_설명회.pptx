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DA.UM 다움진로진학컨설팅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겨울방학 프로그램 안내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🎯 DA.UM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✓ 전문 진로진학 컨설팅 기관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✓ 학생 개인별 맞춤 학습관리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✓ 고등학생 및 중학생 전문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✓ 체계적인 30일/100일 학습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✓ 겨울방학 집중 프로그램 운영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❄️ 겨울방학 프로그램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❄️ 30일 집중 학습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📊 학년별 맞춤형 커리큘럼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👨‍🏫 1:1 개인별 학습관리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📈 체계적인 진도 관리 및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🎓 진로진학 맞춤 컨설팅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💻 온라인 학습관리 시스템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🎓 고등학생 프로그램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📚 고1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기초 학력 다지기 + 내신 대비 + 학습 습관 형성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📚 고2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심화 학습 + 수능 기초 준비 + 진로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📚 고3 프로그램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수능 집중 대비 + 입시 전략 수립 + 최종 마무리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📖 중학생 이하 프로그램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📖 중학교 1~3학년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교과 학습 관리 + 내신 대비 + 학습 역량 강화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962FF"/>
                </a:solidFill>
              </a:defRPr>
            </a:pPr>
            <a:r>
              <a:t>📖 예비 중학생 (초6)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중학교 준비 + 선행 학습 + 학습 습관 형성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⚙️ 학습관리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일일 학습 진도 체크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주간 학습 리포트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온라인 학습 플랫폼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학부모 상담 및 피드백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개인별 취약점 분석 및 보완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⚙️ 모의고사 및 평가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📋 프로그램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📅 겨울방학 30일 집중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📅 학기중 100일 정규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🎯 단계별 학습 목표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🎯 정기적인 학습 점검 및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🎯 맞춤형 학습 자료 제공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🎯 진로진학 개별 컨설팅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✨ 프로그램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체계적인 학습 습관 형성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학업 성취도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자기주도 학습 능력 배양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59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명확한 진로 목표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입시 경쟁력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33"/>
                </a:solidFill>
              </a:defRPr>
            </a:pPr>
            <a:r>
              <a:t>🌟 학습 동기 부여 및 자신감 향상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📞 문의 및 상담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📱 전화: 010-2657-3481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👤 담당자: 정라미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🌐 웹사이트: da-um3481.github.io/da-um-jinro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💡 학생 맞춤형 진로진학 컨설팅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💡 체계적인 학습관리 시스템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DA.UM과 함께 성공적인 겨울방학을 만들어가세요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